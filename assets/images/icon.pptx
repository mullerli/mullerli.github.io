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00" d="100"/>
          <a:sy n="400" d="100"/>
        </p:scale>
        <p:origin x="-10572" y="-55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437F2A-6DA5-ED5C-7ABC-209C2874B2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70974B2-E6AE-6291-9AA3-FD47BC4300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4C93483-99D0-CDCF-EB4E-BFAAF77F1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33F16-5221-403F-8457-A5D464C7175A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C58598-38B8-6DF4-54EE-AF52B2B4F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8D657FB-C02B-FD42-4213-9027B077E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755AB-283C-476E-AA05-E3ABCBC359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6635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D0795E-84E6-1E28-F4E7-8FFBD9AAC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C5875A1-C01A-6811-E43E-52BFE8987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D9CF37-5796-CC19-8C51-4F180D812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33F16-5221-403F-8457-A5D464C7175A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00BF505-A67F-5C44-B03B-CCA368542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5BB2C5-63E4-86C5-ADA2-CE2613C4C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755AB-283C-476E-AA05-E3ABCBC359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5929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5CDF5C-EC18-F095-B2CE-868A98DBB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11B5078-A71F-78BF-0E36-D6482AADC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D8BD83-A09F-09DE-D0C0-EDFF7FBC6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33F16-5221-403F-8457-A5D464C7175A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B5A64D9-1675-CA1D-E64E-A7CE8E0D2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3E4FFAA-0135-B71E-7727-198F46358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755AB-283C-476E-AA05-E3ABCBC359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643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F1C23C-1542-7F8C-F84D-DE3BD8AD3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1634DDB-7D93-F473-25FF-6C9AFEC75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672EC78-3004-A968-7446-69D84CB72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23F0BD3-F645-75C3-9199-8CDCA4BCE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33F16-5221-403F-8457-A5D464C7175A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559E0B1-928D-CD75-5F79-417CE15B2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8D6D69F-9BB2-536B-0DB7-10C830CB7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755AB-283C-476E-AA05-E3ABCBC359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7713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7B5681-C2A3-BFF8-B492-948324122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26F218B-E374-20CE-B960-ACA64A4F1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FFC2496-271A-B1CB-D48E-FA8CB4DD9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C3E6B1A-0D3C-5602-400A-962E0B1BB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C35F955-7723-9F15-9DC3-1B511BD01E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25F5D2F-9CF4-C1A5-C8FF-0F5EEC041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33F16-5221-403F-8457-A5D464C7175A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3BF6D1D-53F4-EC19-B966-6DBB8AC48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BFE1EA3-7F9A-8916-12AF-7D3158BAC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755AB-283C-476E-AA05-E3ABCBC359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2402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4528BB-2D2D-35A5-0E75-C04BA207D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51AC1FE-75EB-4594-EFA3-1859BB04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33F16-5221-403F-8457-A5D464C7175A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BAFF3DC-0EC2-1D14-0240-853B0CFC1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51FC0D9-2BA7-B5D1-2472-6D58EA7EB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755AB-283C-476E-AA05-E3ABCBC359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5407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1387461-C29A-69CF-948C-D8EF5135B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33F16-5221-403F-8457-A5D464C7175A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F1D59F9-C625-6AEF-F501-CB8F9692F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C5591ED-2856-7651-5557-02D50023A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755AB-283C-476E-AA05-E3ABCBC359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556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64C217-80AE-03E3-681A-E97202549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6AAEEE-18BE-37BC-DC03-EE62E01CB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026F5E3-2827-9C63-5BCE-C5673BE185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6BCA026-1484-93CC-DFE2-5D277FEC0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33F16-5221-403F-8457-A5D464C7175A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DB90B0D-429C-72CE-5D8F-857917282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D827A2F-8C74-24D2-D607-A09D821F5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755AB-283C-476E-AA05-E3ABCBC359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9589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2BAE1E-B1FA-976E-4EEF-E433E71D2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25150FB-859F-4F95-0021-EFB2FC668D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6360D18-7B6E-BF42-E4BC-15E906C486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5844444-53BA-D292-C831-ADD98D900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33F16-5221-403F-8457-A5D464C7175A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639D979-087D-A949-34C6-5A0BE36E9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BFCA734-CE29-6349-A573-359B407DE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755AB-283C-476E-AA05-E3ABCBC359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4062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4B9672-F1C3-4F13-670C-9DD8AD94B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D261D84-BC10-3F75-58E3-046F0BB297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1473634-7BF0-2FEE-807E-F093D23B1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33F16-5221-403F-8457-A5D464C7175A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725C98-A3BD-1685-FDB5-FA69C14A2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C1BE5A2-9DCA-ED40-E991-64C06769B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755AB-283C-476E-AA05-E3ABCBC359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2439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2288005-5A51-FA3F-D16F-7ECF098F5B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A8D7982-ABA1-83A8-E072-00A927E5D9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95287BE-2F3D-3A17-2C71-0B0126A3C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33F16-5221-403F-8457-A5D464C7175A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DEF0B88-44FA-B4D0-DCEA-327367E1A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5121616-536E-8958-A253-1F97CEF5B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755AB-283C-476E-AA05-E3ABCBC359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0797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C7B102A-F8F7-9E72-B020-A6135E059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0969FC6-DADF-EE49-F3BA-1BE5B59CE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D1324A-A320-AB76-8BBF-9F53F78A9F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133F16-5221-403F-8457-A5D464C7175A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3CA4868-59C5-D9AA-BE40-17A76594E5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3B16318-BC06-FF8F-3D1C-717E3D6B5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F755AB-283C-476E-AA05-E3ABCBC359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2148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圓角 3">
            <a:extLst>
              <a:ext uri="{FF2B5EF4-FFF2-40B4-BE49-F238E27FC236}">
                <a16:creationId xmlns:a16="http://schemas.microsoft.com/office/drawing/2014/main" id="{5AE6AE70-4F00-5167-356C-FAE4633A84E0}"/>
              </a:ext>
            </a:extLst>
          </p:cNvPr>
          <p:cNvSpPr/>
          <p:nvPr/>
        </p:nvSpPr>
        <p:spPr>
          <a:xfrm>
            <a:off x="5461000" y="2460625"/>
            <a:ext cx="1216025" cy="121602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chemeClr val="tx1"/>
                </a:solidFill>
                <a:latin typeface="Neue Haas Grotesk Text Pro" panose="020B0504020202020204" pitchFamily="34" charset="0"/>
                <a:ea typeface="BIZ UDGothic" panose="020B0400000000000000" pitchFamily="33" charset="-128"/>
              </a:rPr>
              <a:t>Rice</a:t>
            </a:r>
            <a:endParaRPr lang="zh-TW" alt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243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</Words>
  <Application>Microsoft Office PowerPoint</Application>
  <PresentationFormat>寬螢幕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Neue Haas Grotesk Text Pro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Hans Li</dc:creator>
  <cp:lastModifiedBy>Hans Li</cp:lastModifiedBy>
  <cp:revision>1</cp:revision>
  <dcterms:created xsi:type="dcterms:W3CDTF">2026-04-16T04:49:32Z</dcterms:created>
  <dcterms:modified xsi:type="dcterms:W3CDTF">2026-04-16T04:53:45Z</dcterms:modified>
</cp:coreProperties>
</file>