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1" d="100"/>
          <a:sy n="101" d="100"/>
        </p:scale>
        <p:origin x="876" y="1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9437F2A-6DA5-ED5C-7ABC-209C2874B2D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770974B2-E6AE-6291-9AA3-FD47BC43007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按一下以編輯母片子標題樣式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54C93483-99D0-CDCF-EB4E-BFAAF77F11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133F16-5221-403F-8457-A5D464C7175A}" type="datetimeFigureOut">
              <a:rPr lang="zh-TW" altLang="en-US" smtClean="0"/>
              <a:t>2026/4/17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36C58598-38B8-6DF4-54EE-AF52B2B4F7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08D657FB-C02B-FD42-4213-9027B077E4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F755AB-283C-476E-AA05-E3ABCBC3591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2663535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9D0795E-84E6-1E28-F4E7-8FFBD9AACF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DC5875A1-C01A-6811-E43E-52BFE8987B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47D9CF37-5796-CC19-8C51-4F180D812C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133F16-5221-403F-8457-A5D464C7175A}" type="datetimeFigureOut">
              <a:rPr lang="zh-TW" altLang="en-US" smtClean="0"/>
              <a:t>2026/4/17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200BF505-A67F-5C44-B03B-CCA3685427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845BB2C5-63E4-86C5-ADA2-CE2613C4C2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F755AB-283C-476E-AA05-E3ABCBC3591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859296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C5CDF5C-EC18-F095-B2CE-868A98DBB9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611B5078-A71F-78BF-0E36-D6482AADC6F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8ED8BD83-A09F-09DE-D0C0-EDFF7FBC6D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133F16-5221-403F-8457-A5D464C7175A}" type="datetimeFigureOut">
              <a:rPr lang="zh-TW" altLang="en-US" smtClean="0"/>
              <a:t>2026/4/17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0B5A64D9-1675-CA1D-E64E-A7CE8E0D2A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43E4FFAA-0135-B71E-7727-198F463586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F755AB-283C-476E-AA05-E3ABCBC3591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464363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3F1C23C-1542-7F8C-F84D-DE3BD8AD3D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E1634DDB-7D93-F473-25FF-6C9AFEC75FB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7672EC78-3004-A968-7446-69D84CB7248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E23F0BD3-F645-75C3-9199-8CDCA4BCE9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133F16-5221-403F-8457-A5D464C7175A}" type="datetimeFigureOut">
              <a:rPr lang="zh-TW" altLang="en-US" smtClean="0"/>
              <a:t>2026/4/17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9559E0B1-928D-CD75-5F79-417CE15B23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C8D6D69F-9BB2-536B-0DB7-10C830CB79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F755AB-283C-476E-AA05-E3ABCBC3591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177130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37B5681-C2A3-BFF8-B492-9483241222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826F218B-E374-20CE-B960-ACA64A4F1C9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BFFC2496-271A-B1CB-D48E-FA8CB4DD9C1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8C3E6B1A-0D3C-5602-400A-962E0B1BBC6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AC35F955-7723-9F15-9DC3-1B511BD01E7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>
            <a:extLst>
              <a:ext uri="{FF2B5EF4-FFF2-40B4-BE49-F238E27FC236}">
                <a16:creationId xmlns:a16="http://schemas.microsoft.com/office/drawing/2014/main" id="{E25F5D2F-9CF4-C1A5-C8FF-0F5EEC041F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133F16-5221-403F-8457-A5D464C7175A}" type="datetimeFigureOut">
              <a:rPr lang="zh-TW" altLang="en-US" smtClean="0"/>
              <a:t>2026/4/17</a:t>
            </a:fld>
            <a:endParaRPr lang="zh-TW" altLang="en-US"/>
          </a:p>
        </p:txBody>
      </p:sp>
      <p:sp>
        <p:nvSpPr>
          <p:cNvPr id="8" name="頁尾版面配置區 7">
            <a:extLst>
              <a:ext uri="{FF2B5EF4-FFF2-40B4-BE49-F238E27FC236}">
                <a16:creationId xmlns:a16="http://schemas.microsoft.com/office/drawing/2014/main" id="{A3BF6D1D-53F4-EC19-B966-6DBB8AC48E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>
            <a:extLst>
              <a:ext uri="{FF2B5EF4-FFF2-40B4-BE49-F238E27FC236}">
                <a16:creationId xmlns:a16="http://schemas.microsoft.com/office/drawing/2014/main" id="{2BFE1EA3-7F9A-8916-12AF-7D3158BACA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F755AB-283C-476E-AA05-E3ABCBC3591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8240279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84528BB-2D2D-35A5-0E75-C04BA207D8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E51AC1FE-75EB-4594-EFA3-1859BB042B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133F16-5221-403F-8457-A5D464C7175A}" type="datetimeFigureOut">
              <a:rPr lang="zh-TW" altLang="en-US" smtClean="0"/>
              <a:t>2026/4/17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ABAFF3DC-0EC2-1D14-0240-853B0CFC1D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451FC0D9-2BA7-B5D1-2472-6D58EA7EB1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F755AB-283C-476E-AA05-E3ABCBC3591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7540734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41387461-C29A-69CF-948C-D8EF5135B7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133F16-5221-403F-8457-A5D464C7175A}" type="datetimeFigureOut">
              <a:rPr lang="zh-TW" altLang="en-US" smtClean="0"/>
              <a:t>2026/4/17</a:t>
            </a:fld>
            <a:endParaRPr lang="zh-TW" altLang="en-US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1F1D59F9-C625-6AEF-F501-CB8F9692F2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BC5591ED-2856-7651-5557-02D50023A4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F755AB-283C-476E-AA05-E3ABCBC3591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45560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A64C217-80AE-03E3-681A-E97202549A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F6AAEEE-18BE-37BC-DC03-EE62E01CBD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1026F5E3-2827-9C63-5BCE-C5673BE1856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B6BCA026-1484-93CC-DFE2-5D277FEC01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133F16-5221-403F-8457-A5D464C7175A}" type="datetimeFigureOut">
              <a:rPr lang="zh-TW" altLang="en-US" smtClean="0"/>
              <a:t>2026/4/17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ADB90B0D-429C-72CE-5D8F-8579172823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FD827A2F-8C74-24D2-D607-A09D821F5C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F755AB-283C-476E-AA05-E3ABCBC3591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9958919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E2BAE1E-B1FA-976E-4EEF-E433E71D25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>
            <a:extLst>
              <a:ext uri="{FF2B5EF4-FFF2-40B4-BE49-F238E27FC236}">
                <a16:creationId xmlns:a16="http://schemas.microsoft.com/office/drawing/2014/main" id="{D25150FB-859F-4F95-0021-EFB2FC668DF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F6360D18-7B6E-BF42-E4BC-15E906C4865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D5844444-53BA-D292-C831-ADD98D900C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133F16-5221-403F-8457-A5D464C7175A}" type="datetimeFigureOut">
              <a:rPr lang="zh-TW" altLang="en-US" smtClean="0"/>
              <a:t>2026/4/17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4639D979-087D-A949-34C6-5A0BE36E9E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0BFCA734-CE29-6349-A573-359B407DEF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F755AB-283C-476E-AA05-E3ABCBC3591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0406295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D4B9672-F1C3-4F13-670C-9DD8AD94B6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2D261D84-BC10-3F75-58E3-046F0BB2973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51473634-7BF0-2FEE-807E-F093D23B13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133F16-5221-403F-8457-A5D464C7175A}" type="datetimeFigureOut">
              <a:rPr lang="zh-TW" altLang="en-US" smtClean="0"/>
              <a:t>2026/4/17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81725C98-A3BD-1685-FDB5-FA69C14A2A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9C1BE5A2-9DCA-ED40-E991-64C06769B1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F755AB-283C-476E-AA05-E3ABCBC3591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024390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>
            <a:extLst>
              <a:ext uri="{FF2B5EF4-FFF2-40B4-BE49-F238E27FC236}">
                <a16:creationId xmlns:a16="http://schemas.microsoft.com/office/drawing/2014/main" id="{52288005-5A51-FA3F-D16F-7ECF098F5B5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7A8D7982-ABA1-83A8-E072-00A927E5D95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395287BE-2F3D-3A17-2C71-0B0126A3C4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133F16-5221-403F-8457-A5D464C7175A}" type="datetimeFigureOut">
              <a:rPr lang="zh-TW" altLang="en-US" smtClean="0"/>
              <a:t>2026/4/17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CDEF0B88-44FA-B4D0-DCEA-327367E1A6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D5121616-536E-8958-A253-1F97CEF5B7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F755AB-283C-476E-AA05-E3ABCBC3591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9079767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>
            <a:extLst>
              <a:ext uri="{FF2B5EF4-FFF2-40B4-BE49-F238E27FC236}">
                <a16:creationId xmlns:a16="http://schemas.microsoft.com/office/drawing/2014/main" id="{0C7B102A-F8F7-9E72-B020-A6135E059D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80969FC6-DADF-EE49-F3BA-1BE5B59CE67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61D1324A-A320-AB76-8BBF-9F53F78A9F2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F133F16-5221-403F-8457-A5D464C7175A}" type="datetimeFigureOut">
              <a:rPr lang="zh-TW" altLang="en-US" smtClean="0"/>
              <a:t>2026/4/17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53CA4868-59C5-D9AA-BE40-17A76594E55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53B16318-BC06-FF8F-3D1C-717E3D6B512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0F755AB-283C-476E-AA05-E3ABCBC3591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221481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: 圓角 4">
            <a:extLst>
              <a:ext uri="{FF2B5EF4-FFF2-40B4-BE49-F238E27FC236}">
                <a16:creationId xmlns:a16="http://schemas.microsoft.com/office/drawing/2014/main" id="{5AE6AE70-4F00-5167-356C-FAE4633A84E0}"/>
              </a:ext>
            </a:extLst>
          </p:cNvPr>
          <p:cNvSpPr/>
          <p:nvPr/>
        </p:nvSpPr>
        <p:spPr>
          <a:xfrm>
            <a:off x="1861472" y="316578"/>
            <a:ext cx="8540135" cy="6280253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80000" algn="ctr">
              <a:spcBef>
                <a:spcPts val="1200"/>
              </a:spcBef>
            </a:pPr>
            <a:r>
              <a:rPr lang="en-US" altLang="zh-TW" sz="4400" spc="60" dirty="0">
                <a:solidFill>
                  <a:schemeClr val="tx1"/>
                </a:solidFill>
                <a:latin typeface="Neue Haas Grotesk Text Pro" panose="020B0504020202020204" pitchFamily="34" charset="0"/>
                <a:ea typeface="DejaVu Math TeX Gyre" panose="02000503000000000000" pitchFamily="2" charset="0"/>
                <a:cs typeface="DejaVu Math TeX Gyre" panose="02000503000000000000" pitchFamily="2" charset="0"/>
              </a:rPr>
              <a:t>Rice</a:t>
            </a:r>
            <a:r>
              <a:rPr lang="zh-TW" altLang="en-US" sz="4400" spc="60" dirty="0">
                <a:solidFill>
                  <a:schemeClr val="tx1"/>
                </a:solidFill>
                <a:latin typeface="Neue Haas Grotesk Text Pro" panose="020B0504020202020204" pitchFamily="34" charset="0"/>
                <a:ea typeface="BIZ UDGothic" panose="020B0400000000000000" pitchFamily="33" charset="-128"/>
                <a:cs typeface="DejaVu Math TeX Gyre" panose="02000503000000000000" pitchFamily="2" charset="0"/>
              </a:rPr>
              <a:t> </a:t>
            </a:r>
            <a:r>
              <a:rPr lang="en-US" altLang="zh-TW" sz="4400" spc="60" dirty="0">
                <a:solidFill>
                  <a:schemeClr val="tx1"/>
                </a:solidFill>
                <a:latin typeface="Neue Haas Grotesk Text Pro" panose="020B0504020202020204" pitchFamily="34" charset="0"/>
                <a:ea typeface="DejaVu Math TeX Gyre" panose="02000503000000000000" pitchFamily="2" charset="0"/>
                <a:cs typeface="DejaVu Math TeX Gyre" panose="02000503000000000000" pitchFamily="2" charset="0"/>
              </a:rPr>
              <a:t>Quality</a:t>
            </a:r>
          </a:p>
          <a:p>
            <a:pPr marL="180000" algn="ctr">
              <a:spcBef>
                <a:spcPts val="1200"/>
              </a:spcBef>
            </a:pPr>
            <a:r>
              <a:rPr lang="zh-TW" altLang="en-US" sz="4400" dirty="0">
                <a:solidFill>
                  <a:schemeClr val="tx1"/>
                </a:solidFill>
                <a:latin typeface="Yu Gothic UI" panose="020B0500000000000000" pitchFamily="34" charset="-128"/>
                <a:ea typeface="Yu Gothic UI" panose="020B0500000000000000" pitchFamily="34" charset="-128"/>
              </a:rPr>
              <a:t>稻米品質</a:t>
            </a:r>
            <a:endParaRPr lang="en-US" altLang="zh-TW" sz="4400" dirty="0">
              <a:solidFill>
                <a:schemeClr val="tx1"/>
              </a:solidFill>
              <a:latin typeface="Yu Gothic UI" panose="020B0500000000000000" pitchFamily="34" charset="-128"/>
              <a:ea typeface="Yu Gothic UI" panose="020B05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47624331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</TotalTime>
  <Words>4</Words>
  <Application>Microsoft Office PowerPoint</Application>
  <PresentationFormat>寬螢幕</PresentationFormat>
  <Paragraphs>2</Paragraphs>
  <Slides>1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5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</vt:i4>
      </vt:variant>
    </vt:vector>
  </HeadingPairs>
  <TitlesOfParts>
    <vt:vector size="7" baseType="lpstr">
      <vt:lpstr>Yu Gothic UI</vt:lpstr>
      <vt:lpstr>Aptos</vt:lpstr>
      <vt:lpstr>Aptos Display</vt:lpstr>
      <vt:lpstr>Arial</vt:lpstr>
      <vt:lpstr>Neue Haas Grotesk Text Pro</vt:lpstr>
      <vt:lpstr>Office 佈景主題</vt:lpstr>
      <vt:lpstr>PowerPoint 簡報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Hans Li</dc:creator>
  <cp:lastModifiedBy>Hans Li</cp:lastModifiedBy>
  <cp:revision>5</cp:revision>
  <dcterms:created xsi:type="dcterms:W3CDTF">2026-04-16T04:49:32Z</dcterms:created>
  <dcterms:modified xsi:type="dcterms:W3CDTF">2026-04-17T04:49:24Z</dcterms:modified>
</cp:coreProperties>
</file>